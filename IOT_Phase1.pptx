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9144000" cy="5143500" type="screen16x9"/>
  <p:notesSz cx="6858000" cy="9144000"/>
  <p:embeddedFontLst>
    <p:embeddedFont>
      <p:font typeface="Maven Pro" panose="020B0604020202020204" charset="0"/>
      <p:regular r:id="rId15"/>
      <p:bold r:id="rId16"/>
    </p:embeddedFont>
    <p:embeddedFont>
      <p:font typeface="Trispace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2AFE63-C63C-4F21-9C4C-BC56DF20956C}">
  <a:tblStyle styleId="{8C2AFE63-C63C-4F21-9C4C-BC56DF2095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536B91-6DE6-4402-911B-604B085813E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26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35425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195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38431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6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>
            <a:spLocks noGrp="1"/>
          </p:cNvSpPr>
          <p:nvPr>
            <p:ph type="ctrTitle"/>
          </p:nvPr>
        </p:nvSpPr>
        <p:spPr>
          <a:xfrm>
            <a:off x="780465" y="616225"/>
            <a:ext cx="8115057" cy="20474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/>
              <a:t>IOT-Based Smart Public     Restroom </a:t>
            </a:r>
            <a:endParaRPr sz="3600" b="1" dirty="0"/>
          </a:p>
        </p:txBody>
      </p:sp>
      <p:sp>
        <p:nvSpPr>
          <p:cNvPr id="362" name="Google Shape;362;p28"/>
          <p:cNvSpPr txBox="1">
            <a:spLocks noGrp="1"/>
          </p:cNvSpPr>
          <p:nvPr>
            <p:ph type="subTitle" idx="1"/>
          </p:nvPr>
        </p:nvSpPr>
        <p:spPr>
          <a:xfrm>
            <a:off x="249152" y="2807552"/>
            <a:ext cx="3726500" cy="21023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By</a:t>
            </a:r>
            <a:r>
              <a:rPr lang="en-US" sz="3200" dirty="0" smtClean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D.Salinth</a:t>
            </a:r>
            <a:endParaRPr lang="en-US" sz="16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V.Vinoth</a:t>
            </a:r>
            <a:endParaRPr lang="en-US" sz="16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M.Bharath</a:t>
            </a:r>
            <a:r>
              <a:rPr lang="en-US" sz="1600" dirty="0" smtClean="0"/>
              <a:t> </a:t>
            </a:r>
            <a:r>
              <a:rPr lang="en-US" sz="1600" dirty="0" err="1" smtClean="0"/>
              <a:t>kumar</a:t>
            </a:r>
            <a:endParaRPr lang="en-US" sz="16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S.Vignesh</a:t>
            </a:r>
            <a:r>
              <a:rPr lang="en-US" sz="1600" dirty="0" smtClean="0"/>
              <a:t> </a:t>
            </a:r>
            <a:endParaRPr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395" y="2518884"/>
            <a:ext cx="2797622" cy="204832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4367" y="665485"/>
            <a:ext cx="4661100" cy="8418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757" y="1706068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Introduction to </a:t>
            </a:r>
            <a:r>
              <a:rPr lang="en-US" sz="1800" dirty="0" err="1">
                <a:solidFill>
                  <a:schemeClr val="tx1"/>
                </a:solidFill>
                <a:latin typeface="Söhne"/>
              </a:rPr>
              <a:t>IoT</a:t>
            </a:r>
            <a:endParaRPr lang="en-US" sz="1800" dirty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The Need for Smart Public Restrooms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Components of a Smart Public Restroom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Key Features and Benefits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Implementation and Connectivity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Case Studies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Challenges and Considerations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Future of Smart Public Restrooms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Q&amp;A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3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50" y="905888"/>
            <a:ext cx="7945538" cy="841799"/>
          </a:xfrm>
        </p:spPr>
        <p:txBody>
          <a:bodyPr/>
          <a:lstStyle/>
          <a:p>
            <a:r>
              <a:rPr lang="en-US" dirty="0">
                <a:solidFill>
                  <a:srgbClr val="374151"/>
                </a:solidFill>
                <a:latin typeface="Söhne"/>
              </a:rPr>
              <a:t/>
            </a:r>
            <a:br>
              <a:rPr lang="en-US" dirty="0">
                <a:solidFill>
                  <a:srgbClr val="374151"/>
                </a:solidFill>
                <a:latin typeface="Söhne"/>
              </a:rPr>
            </a:br>
            <a:r>
              <a:rPr lang="en-US" sz="6000" b="1" dirty="0" smtClean="0">
                <a:solidFill>
                  <a:schemeClr val="tx1"/>
                </a:solidFill>
                <a:latin typeface="Söhne"/>
              </a:rPr>
              <a:t>Introduction to </a:t>
            </a:r>
            <a:r>
              <a:rPr lang="en-US" sz="6000" b="1" dirty="0" err="1" smtClean="0">
                <a:solidFill>
                  <a:schemeClr val="tx1"/>
                </a:solidFill>
                <a:latin typeface="Söhne"/>
              </a:rPr>
              <a:t>IoT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6037" y="1876275"/>
            <a:ext cx="4661100" cy="3267225"/>
          </a:xfrm>
        </p:spPr>
        <p:txBody>
          <a:bodyPr/>
          <a:lstStyle/>
          <a:p>
            <a:r>
              <a:rPr lang="en-US" sz="4800" dirty="0" smtClean="0">
                <a:solidFill>
                  <a:schemeClr val="tx1"/>
                </a:solidFill>
              </a:rPr>
              <a:t>What is </a:t>
            </a:r>
            <a:r>
              <a:rPr lang="en-US" sz="4800" dirty="0" err="1" smtClean="0">
                <a:solidFill>
                  <a:schemeClr val="tx1"/>
                </a:solidFill>
              </a:rPr>
              <a:t>IoT</a:t>
            </a:r>
            <a:r>
              <a:rPr lang="en-US" sz="4800" dirty="0" smtClean="0">
                <a:solidFill>
                  <a:schemeClr val="tx1"/>
                </a:solidFill>
              </a:rPr>
              <a:t> ?   </a:t>
            </a:r>
          </a:p>
          <a:p>
            <a:pPr marL="1295400" lvl="1" indent="-685800" algn="l">
              <a:buFont typeface="Wingdings" panose="05000000000000000000" pitchFamily="2" charset="2"/>
              <a:buChar char="Ø"/>
            </a:pPr>
            <a:r>
              <a:rPr lang="en-US" sz="2400" dirty="0" err="1" smtClean="0">
                <a:solidFill>
                  <a:schemeClr val="tx1"/>
                </a:solidFill>
              </a:rPr>
              <a:t>IoT</a:t>
            </a:r>
            <a:r>
              <a:rPr lang="en-US" sz="2400" dirty="0" smtClean="0">
                <a:solidFill>
                  <a:schemeClr val="tx1"/>
                </a:solidFill>
              </a:rPr>
              <a:t> in everyday life</a:t>
            </a:r>
          </a:p>
          <a:p>
            <a:pPr marL="1295400" lvl="1" indent="-685800" algn="l">
              <a:buFont typeface="Wingdings" panose="05000000000000000000" pitchFamily="2" charset="2"/>
              <a:buChar char="Ø"/>
            </a:pPr>
            <a:r>
              <a:rPr lang="en-US" sz="2400" dirty="0" err="1" smtClean="0">
                <a:solidFill>
                  <a:schemeClr val="tx1"/>
                </a:solidFill>
              </a:rPr>
              <a:t>IoT</a:t>
            </a:r>
            <a:r>
              <a:rPr lang="en-US" sz="2400" dirty="0" smtClean="0">
                <a:solidFill>
                  <a:schemeClr val="tx1"/>
                </a:solidFill>
              </a:rPr>
              <a:t> in public facilities</a:t>
            </a:r>
          </a:p>
        </p:txBody>
      </p:sp>
    </p:spTree>
    <p:extLst>
      <p:ext uri="{BB962C8B-B14F-4D97-AF65-F5344CB8AC3E}">
        <p14:creationId xmlns:p14="http://schemas.microsoft.com/office/powerpoint/2010/main" val="128909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>
                <a:solidFill>
                  <a:srgbClr val="374151"/>
                </a:solidFill>
                <a:latin typeface="Söhne"/>
              </a:rPr>
              <a:t/>
            </a:r>
            <a:br>
              <a:rPr lang="en-US" sz="3200" dirty="0">
                <a:solidFill>
                  <a:srgbClr val="374151"/>
                </a:solidFill>
                <a:latin typeface="Söhne"/>
              </a:rPr>
            </a:br>
            <a:endParaRPr 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96732" y="1317811"/>
            <a:ext cx="4661100" cy="2196889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öhn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Söhne"/>
              </a:rPr>
              <a:t>Challenges in Traditional Public Restrooms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Söhne"/>
              </a:rPr>
              <a:t>Importance of Hygiene and Accessibility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Söhne"/>
              </a:rPr>
              <a:t>Sustainability and Resource Management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05385" y="1056201"/>
            <a:ext cx="6654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Söhne"/>
              </a:rPr>
              <a:t>The Need for Smart Public Restrooms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41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83" y="437322"/>
            <a:ext cx="6475167" cy="1407893"/>
          </a:xfrm>
        </p:spPr>
        <p:txBody>
          <a:bodyPr/>
          <a:lstStyle/>
          <a:p>
            <a:r>
              <a:rPr lang="en-US" sz="2800" b="1" dirty="0">
                <a:latin typeface="Söhne"/>
              </a:rPr>
              <a:t>Components of a Smart Public Restroom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4516" y="1984363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Smart Sensors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Automated Dispensers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Data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Communication Networks</a:t>
            </a:r>
          </a:p>
          <a:p>
            <a:pPr marL="15240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20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05" y="417445"/>
            <a:ext cx="7384774" cy="1053548"/>
          </a:xfrm>
        </p:spPr>
        <p:txBody>
          <a:bodyPr/>
          <a:lstStyle/>
          <a:p>
            <a:r>
              <a:rPr lang="en-US" sz="2800" b="1" dirty="0"/>
              <a:t>Key Features and Benefits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820" y="1636493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Söhne"/>
              </a:rPr>
              <a:t>Touchless</a:t>
            </a:r>
            <a:r>
              <a:rPr lang="en-US" sz="2000" dirty="0" smtClean="0">
                <a:solidFill>
                  <a:schemeClr val="tx1"/>
                </a:solidFill>
                <a:latin typeface="Söhne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Söhne"/>
              </a:rPr>
              <a:t>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Real-time Monitoring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Energy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Cost Savings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Improved </a:t>
            </a:r>
            <a:r>
              <a:rPr lang="en-US" sz="2000" dirty="0" smtClean="0">
                <a:solidFill>
                  <a:schemeClr val="tx1"/>
                </a:solidFill>
                <a:latin typeface="Söhne"/>
              </a:rPr>
              <a:t>Hygiene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Enhanced User Experience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7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8661" y="662459"/>
            <a:ext cx="7722704" cy="1232452"/>
          </a:xfrm>
        </p:spPr>
        <p:txBody>
          <a:bodyPr/>
          <a:lstStyle/>
          <a:p>
            <a:r>
              <a:rPr lang="en-US" sz="3200" b="1" dirty="0"/>
              <a:t>Implementation and Connectivity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420" y="1894911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Integration with Existing Infrastructure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Wireless Connectivity (Wi-Fi, 5G, </a:t>
            </a:r>
            <a:r>
              <a:rPr lang="en-US" sz="2400" dirty="0" err="1">
                <a:solidFill>
                  <a:schemeClr val="tx1"/>
                </a:solidFill>
                <a:latin typeface="Söhne"/>
              </a:rPr>
              <a:t>LoRaWAN</a:t>
            </a:r>
            <a:r>
              <a:rPr lang="en-US" sz="2400" dirty="0">
                <a:solidFill>
                  <a:schemeClr val="tx1"/>
                </a:solidFill>
                <a:latin typeface="Söhn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Centralized Control and Management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53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728" y="784754"/>
            <a:ext cx="4661100" cy="841800"/>
          </a:xfrm>
        </p:spPr>
        <p:txBody>
          <a:bodyPr/>
          <a:lstStyle/>
          <a:p>
            <a:r>
              <a:rPr lang="en-US" sz="3600" b="1" dirty="0"/>
              <a:t>Case Studies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1" y="1815398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Examples of Smart Public Restrooms in Cities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öhne"/>
              </a:rPr>
              <a:t>Demonstrated Benefits and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6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339" y="268356"/>
            <a:ext cx="7643192" cy="1093305"/>
          </a:xfrm>
        </p:spPr>
        <p:txBody>
          <a:bodyPr/>
          <a:lstStyle/>
          <a:p>
            <a:r>
              <a:rPr lang="en-US" sz="3200" b="1" dirty="0"/>
              <a:t>Challenges and Considerations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811" y="1566920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Privacy and Security Concerns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Maintenance and Reliability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öhne"/>
              </a:rPr>
              <a:t>Initial Costs vs. Long-term Savings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83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160" y="327991"/>
            <a:ext cx="7011880" cy="1179293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Future of Smart Public Restrooms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6176" y="1954546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Evolving Technology Trends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Expansion and Adoption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Potential for Customization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42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363" y="804632"/>
            <a:ext cx="4661100" cy="841800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4289" y="1815398"/>
            <a:ext cx="4661100" cy="1261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Recap of Key Points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Söhne"/>
              </a:rPr>
              <a:t>Emphasize the Positive Impact of </a:t>
            </a:r>
            <a:r>
              <a:rPr lang="en-US" sz="2400" dirty="0" err="1">
                <a:solidFill>
                  <a:schemeClr val="tx1"/>
                </a:solidFill>
                <a:latin typeface="Söhne"/>
              </a:rPr>
              <a:t>IoT</a:t>
            </a:r>
            <a:r>
              <a:rPr lang="en-US" sz="2400" dirty="0">
                <a:solidFill>
                  <a:schemeClr val="tx1"/>
                </a:solidFill>
                <a:latin typeface="Söhne"/>
              </a:rPr>
              <a:t> on Public Restrooms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0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0208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191</Words>
  <Application>Microsoft Office PowerPoint</Application>
  <PresentationFormat>On-screen Show (16:9)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Maven Pro</vt:lpstr>
      <vt:lpstr>Trispace</vt:lpstr>
      <vt:lpstr>Wingdings</vt:lpstr>
      <vt:lpstr>Arial</vt:lpstr>
      <vt:lpstr>Söhne</vt:lpstr>
      <vt:lpstr>AI App Pitch Deck by Slidesgo</vt:lpstr>
      <vt:lpstr>IOT-Based Smart Public     Restroom </vt:lpstr>
      <vt:lpstr>Agenda</vt:lpstr>
      <vt:lpstr> Introduction to IoT</vt:lpstr>
      <vt:lpstr> </vt:lpstr>
      <vt:lpstr>Components of a Smart Public Restroom</vt:lpstr>
      <vt:lpstr>Key Features and Benefits</vt:lpstr>
      <vt:lpstr>Implementation and Connectivity</vt:lpstr>
      <vt:lpstr>Case Studies</vt:lpstr>
      <vt:lpstr>Challenges and Considerations</vt:lpstr>
      <vt:lpstr>Future of Smart Public Restrooms</vt:lpstr>
      <vt:lpstr>Conclusion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Public Restroom</dc:title>
  <dc:creator>Admin A.</dc:creator>
  <cp:lastModifiedBy>Admin A.</cp:lastModifiedBy>
  <cp:revision>7</cp:revision>
  <dcterms:modified xsi:type="dcterms:W3CDTF">2023-10-04T06:36:45Z</dcterms:modified>
</cp:coreProperties>
</file>